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DISCOVERY CALL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Calibri"/>
              </a:rPr>
              <a:t>Wardell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Meeting Date: Tomorrow   ·   Prepared by: Agentic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1371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Today's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457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117"/>
                </a:solidFill>
                <a:latin typeface="Calibri"/>
              </a:rPr>
              <a:t>Introductions &amp; Company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457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117"/>
                </a:solidFill>
                <a:latin typeface="Calibri"/>
              </a:rPr>
              <a:t>Understanding Your Current Challenges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457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117"/>
                </a:solidFill>
                <a:latin typeface="Calibri"/>
              </a:rPr>
              <a:t>Our Approach &amp; Methodology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457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117"/>
                </a:solidFill>
                <a:latin typeface="Calibri"/>
              </a:rPr>
              <a:t>Relevant Case Studies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457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117"/>
                </a:solidFill>
                <a:latin typeface="Calibri"/>
              </a:rPr>
              <a:t>Proposed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Understanding Your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We've heard these challenges from organisations like yours: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117"/>
                </a:solidFill>
                <a:latin typeface="Calibri"/>
              </a:rPr>
              <a:t>⚡  Manual sales processes slowing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108960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186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117"/>
                </a:solidFill>
                <a:latin typeface="Calibri"/>
              </a:rPr>
              <a:t>⚡  Disconnected CRM and ERP causing data silos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14800"/>
            <a:ext cx="10515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24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D1117"/>
                </a:solidFill>
                <a:latin typeface="Calibri"/>
              </a:rPr>
              <a:t>⚡  Difficulty tracking rep performance at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Partner With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828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4747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4747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10+ years enterprise delivery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554480"/>
            <a:ext cx="34747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554480"/>
            <a:ext cx="34747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Certified across major CRM platforms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34747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34747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77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Dedicated post-launch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548640" cy="5486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117"/>
                </a:solidFill>
                <a:latin typeface="Calibri"/>
              </a:rPr>
              <a:t>Share current tooling &amp; integration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548640" cy="5486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117"/>
                </a:solidFill>
                <a:latin typeface="Calibri"/>
              </a:rPr>
              <a:t>Technical discovery call with your IT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548640" cy="5486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566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117"/>
                </a:solidFill>
                <a:latin typeface="Calibri"/>
              </a:rPr>
              <a:t>Receive tailored proposal within 3 business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72000"/>
            <a:ext cx="548640" cy="5486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D1117"/>
                </a:solidFill>
                <a:latin typeface="Calibri"/>
              </a:rPr>
              <a:t>Kick off pilot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